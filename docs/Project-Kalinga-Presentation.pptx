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Introduce yourself and the team. Mention UNICEF partnership and LGU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context: CEFMU is a national issue. Data is fragmented. MDTs struggle to coordinate. This system addresses those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overview. Emphasize it is web-based (no install needed), works on any device with a browser, and supports offline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login methods. DSWD staff use their existing Google accounts. External partners get email/password credentials from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case lifecycle. Each step generates data that helps the team make decisions and demonstrate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actual system. Show: login, dashboard overview, create a case, add a service, write a progress note, check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activity. Explain the format: groups of 5-6, each group gets a case packet, 40 minutes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roles within each group. Emphasize that non-techy participants have important roles (narrator, observer, reporter). Only one person needs to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KALINGA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CEFMU Registry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Data-Driven Child Protection Response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DSWD  |  UNICEF  |  LGU Partners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Filipino girls married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age 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371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6616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records across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LGUs and field offices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F18F0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coordination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Kalinga provides a unified, secure, and accessible system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tracking CEFMU cases from intake to resolution.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Project Kalinga?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case management system that enables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Multi-Disciplinary Teams to: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Track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CEFMU cases with complete client profiles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&amp; Monitor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across the intervention lifecycle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social workers, LGUs, and CPU monitors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4206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and export for analysis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Project Kalinga?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1887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cases, adds services &amp; notes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0" y="1188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LGU Supervisor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cases in jurisdiction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3AAFA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651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Monitor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651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dashboards &amp; reports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17B97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83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 User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3383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cases within assigned LGU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114800"/>
            <a:ext cx="7680960" cy="594360"/>
          </a:xfrm>
          <a:prstGeom prst="roundRect">
            <a:avLst>
              <a:gd name="adj" fmla="val 7692"/>
            </a:avLst>
          </a:prstGeom>
          <a:solidFill>
            <a:srgbClr val="F18F0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114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26080" y="4114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views audit logs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1148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DSWD staff use Google Sign-In  |  External partners use email/password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Journey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referral to resolution — one system, one record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registered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consent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94560" y="164592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9456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identified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31920" y="164592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&amp; logged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69280" y="164592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notes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MDT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2376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06640" y="164592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1737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closed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referred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audit-logged  |  Every role sees only what they need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statistics, trends, and regional data at a glance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scoped by role, privacy notice, export audit trail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Capable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internet — syncs when connection returns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37744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account lockout, encrypted sessions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Coordination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workers, LGU, and CPU share one case record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566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Reporting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with purpose declaration for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Privacy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Sensitive Personal Information (RA 10173)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— see only what you need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4767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 after 5 failed attempts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5915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to prevent brute-force attacks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7063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actions audit-logged (login, edits, exports)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 prevents injection attacks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9359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encryption + security headers (CSP)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0507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requires purpose declaration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416552"/>
            <a:ext cx="228600" cy="228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never stored in plain text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the system in 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→  Dashboard  →  Create Case  →  Add Services  →  Progress Notes  →  Reports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Case Simulation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work in groups as a Multi-Disciplinary Team.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receives a fictional CEFMU case scenario.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mission: handle the case using Project Kalinga.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case scenario &amp; assign roles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case in the system (Case Worker leads)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services and progress notes (team contributes)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60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1168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dashboard data &amp; generate report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F18F0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72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sharing: What did you learn?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MDT Roles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Worker (Typist)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1097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data entry — registers the case, adds services &amp; notes in the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7680960" cy="640080"/>
          </a:xfrm>
          <a:prstGeom prst="roundRect">
            <a:avLst>
              <a:gd name="adj" fmla="val 7143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LGU Supervisor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874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case details for completeness, suggests interventions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7680960" cy="640080"/>
          </a:xfrm>
          <a:prstGeom prst="roundRect">
            <a:avLst>
              <a:gd name="adj" fmla="val 7143"/>
            </a:avLst>
          </a:prstGeom>
          <a:solidFill>
            <a:srgbClr val="3AAFA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Monitor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651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dashboard stats, verifies data appears correctly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7680960" cy="640080"/>
          </a:xfrm>
          <a:prstGeom prst="roundRect">
            <a:avLst>
              <a:gd name="adj" fmla="val 7143"/>
            </a:avLst>
          </a:prstGeom>
          <a:solidFill>
            <a:srgbClr val="F18F0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Narrator / Observer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429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scenario aloud, keeps time, ensures everyone participates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7680960" cy="640080"/>
          </a:xfrm>
          <a:prstGeom prst="roundRect">
            <a:avLst>
              <a:gd name="adj" fmla="val 7143"/>
            </a:avLst>
          </a:prstGeom>
          <a:solidFill>
            <a:srgbClr val="6C5B7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Prepares 2-minute group sharing on experience and insights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Non-techy participants: You don't need to type! Dictate details, review the screen, and discuss interventions.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Case Scenarios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E8F6F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"Maria" — 16 y/o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by barangay captain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marriage situation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psychosocial support,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assistance,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reintegration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LGU: Tabuk, Kalinga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Child Marriage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FEF5E7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"Ana" — 17 y/o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at DSWD office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union (family-arranged)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temporary shelter,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checkup,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livelihood assistance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LGU: Rizal, Kalinga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Forced Union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 packets will be distributed to each group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the Activity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 a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person types, but everyone contributes information and decisions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 real MDT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services does this client need? Who should be involved? What is the timeline?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okay to explore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around, try things. You cannot break the system — this is a practice environment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help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Facilitators are available. Raise your hand if your group gets stuck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as you go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matters more than speed. Talk about what you would do in real life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18F0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1188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MDT simulation with the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1031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accounts provisioned for your LGU teams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with real cases (with support)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3931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feedback loops, and system improvements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Salamat!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protect every child together.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we start the activity?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Kalinga  |  DSWD-ICTMS  |  dswd-kalinga.vercel.app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2026-07-19T12:35:21Z</dcterms:created>
  <dcterms:modified xsi:type="dcterms:W3CDTF">2026-07-19T12:35:21Z</dcterms:modified>
</cp:coreProperties>
</file>